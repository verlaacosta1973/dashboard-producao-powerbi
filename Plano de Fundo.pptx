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" roundtripDataSignature="AMtx7miQmxV7R3DuPuEXVq70Mssf7Mah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717"/>
            </a:avLst>
          </a:prstGeom>
          <a:solidFill>
            <a:srgbClr val="0B0A0F"/>
          </a:solidFill>
          <a:ln w="12700" cap="flat" cmpd="sng">
            <a:solidFill>
              <a:srgbClr val="0B0A0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288217" y="167490"/>
            <a:ext cx="11537225" cy="6646361"/>
          </a:xfrm>
          <a:prstGeom prst="roundRect">
            <a:avLst>
              <a:gd name="adj" fmla="val 3334"/>
            </a:avLst>
          </a:prstGeom>
          <a:solidFill>
            <a:srgbClr val="222127"/>
          </a:solidFill>
          <a:ln w="12700" cap="flat" cmpd="sng">
            <a:solidFill>
              <a:srgbClr val="22212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446912" y="748372"/>
            <a:ext cx="1952778" cy="580826"/>
          </a:xfrm>
          <a:prstGeom prst="roundRect">
            <a:avLst>
              <a:gd name="adj" fmla="val 11556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F6B857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1A19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2466904" y="748372"/>
            <a:ext cx="1980000" cy="580826"/>
          </a:xfrm>
          <a:prstGeom prst="roundRect">
            <a:avLst>
              <a:gd name="adj" fmla="val 10244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5A9C65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33637" y="748372"/>
            <a:ext cx="1980000" cy="580826"/>
          </a:xfrm>
          <a:prstGeom prst="roundRect">
            <a:avLst>
              <a:gd name="adj" fmla="val 10244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1F8374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613475" y="748372"/>
            <a:ext cx="1893112" cy="580826"/>
          </a:xfrm>
          <a:prstGeom prst="roundRect">
            <a:avLst>
              <a:gd name="adj" fmla="val 8932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1A6570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46912" y="1429867"/>
            <a:ext cx="11298176" cy="3299320"/>
          </a:xfrm>
          <a:prstGeom prst="roundRect">
            <a:avLst>
              <a:gd name="adj" fmla="val 4149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1A6570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46912" y="4840158"/>
            <a:ext cx="5567800" cy="1866224"/>
          </a:xfrm>
          <a:prstGeom prst="roundRect">
            <a:avLst>
              <a:gd name="adj" fmla="val 5871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1F8374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098796" y="4840157"/>
            <a:ext cx="5646294" cy="1866224"/>
          </a:xfrm>
          <a:prstGeom prst="roundRect">
            <a:avLst>
              <a:gd name="adj" fmla="val 6745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5A9C65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2772859" y="18337"/>
            <a:ext cx="664628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DASHBOARD DE PRODUÇÃO</a:t>
            </a:r>
            <a:endParaRPr sz="3600" dirty="0">
              <a:solidFill>
                <a:srgbClr val="FFFF00"/>
              </a:solidFill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594244" y="748372"/>
            <a:ext cx="1569054" cy="580826"/>
          </a:xfrm>
          <a:prstGeom prst="roundRect">
            <a:avLst>
              <a:gd name="adj" fmla="val 8932"/>
            </a:avLst>
          </a:prstGeom>
          <a:solidFill>
            <a:srgbClr val="1A191E"/>
          </a:soli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0243652" y="748372"/>
            <a:ext cx="1501436" cy="580826"/>
          </a:xfrm>
          <a:prstGeom prst="roundRect">
            <a:avLst>
              <a:gd name="adj" fmla="val 8932"/>
            </a:avLst>
          </a:prstGeom>
          <a:solidFill>
            <a:srgbClr val="1A191E"/>
          </a:soli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Alon Pinheiro</dc:creator>
  <cp:lastModifiedBy>Verlã Acosta Ramos</cp:lastModifiedBy>
  <cp:revision>2</cp:revision>
  <dcterms:created xsi:type="dcterms:W3CDTF">2021-09-28T22:09:29Z</dcterms:created>
  <dcterms:modified xsi:type="dcterms:W3CDTF">2026-10-08T16:48:19Z</dcterms:modified>
</cp:coreProperties>
</file>